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SwiftRoute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CFDDEC"/>
                </a:solidFill>
              </a:rPr>
              <a:t>AI-Assisted Logistics &amp; Parcel Delivery Platform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CFDDEC"/>
                </a:solidFill>
              </a:rPr>
              <a:t>Graduation Project — inspired by Bosta &amp; DHL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CFDDEC"/>
                </a:solidFill>
              </a:rPr>
              <a:t>Built with Python, Flask, SQLAlchemy &amp; Leaflet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1554480"/>
            <a:ext cx="2286000" cy="73152"/>
          </a:xfrm>
          <a:prstGeom prst="rect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E-commerce is booming; last-mile delivery is the bottleneck.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Manual courier dispatch is slow, uneven and error-prone.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Customers expect real-time visibility: “where is my parcel?”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Operations teams lack tools to plan and monitor the fleet.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Deliver a complete, real-world system — not a prototype.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Merchants ship → AI plans routes → couriers deliver → customers track.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Python-first, web-based, and runnable on any machine.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Database-agnostic: SQLite out of the box, PostgreSQL for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Inspiration: Bosta &amp; DHL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Bosta: merchant onboarding, cash-on-delivery, status timeline, courier app.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DHL: hub-and-spoke network, tracking numbers, proof of delivery.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We replicate these core ideas at graduation-project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Four actors: Admin, Courier, Merchant, Public customer.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Flow: Hub → Optimise → Courier → Delivery → Tracking.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One Flask application with role-based portals and a JSON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Application factory + blueprints (auth, admin, courier, merchant, tracking, api).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SQLAlchemy ORM; SQLite by default, PostgreSQL via one env variable.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Front-end: Jinja2 + Bootstrap 5 + Leaflet maps + Chart.js.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psycopg3 driver for modern Python; Docker Compose for Postgres.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User — admins, couriers, merchants in one table, separated by role.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Hub — a warehouse with a fleet of couriers.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Shipment — a parcel with a full lifecycle and coordinates.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ShipmentEvent — append-only timeline; RouteStop — map geometry + ETA.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The AI Route Optimiser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Vehicle routing is NP-hard — we decompose it: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1) k-means clustering decides which courier serves which parcels.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2) Nearest-neighbour + 2-opt sequence each route (the TSP).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3) Optional OSMnx + Dijkstra draw real road paths; ETA from speed.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Pure-Python fallbacks mean it always runs — heavy ML is optional.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Shipment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pending → at_warehouse → out_for_delivery → delivered.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Plus failed, returned and cancelled states.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Every change is recorded as an immutable event.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The customer-facing timeline is built from these events.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Difficult Choices &amp;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SQLite vs PostgreSQL → support both via one DATABASE_URL.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Heavy ML libraries → made optional, never required.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Global vs project .env → self-contained config (a real bug we fixed).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Geocoding vs “drop a pin” → map pin + landmark text.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SPA vs server-rendered → server-rendered, single stack.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Passwords hashed with Werkzeug (PBKDF2).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CSRF protection on every browser form.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Role-based access control via a decorator.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Server-side validation and open-redirect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Merchant creates a shipment by dropping a pin on the map.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Admin marks it At-Warehouse and runs the optimiser.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Courier sees the route, delivers, captures proof of delivery.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Anyone tracks the parcel publicly by its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Testing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End-to-end tests over the real create → optimise → deliver → track flow.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Role-protection tests ensure permissions hold.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Optimiser test verifies routes are assigned and measured.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All tests pass on the in-memory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SMS / email notifications on status changes.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Cash-on-delivery settlement and merchant payouts.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Live GPS tracking and a native courier mobile app.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E6C4D"/>
                </a:solidFill>
              </a:rPr>
              <a:t>▸  </a:t>
            </a:r>
            <a:r>
              <a:rPr sz="2000">
                <a:solidFill>
                  <a:srgbClr val="1F2933"/>
                </a:solidFill>
              </a:rPr>
              <a:t>ML-driven demand forecasting and dynamic re-routing.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CFDDEC"/>
                </a:solidFill>
              </a:rPr>
              <a:t>Questions &amp; discussion.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CFDDEC"/>
                </a:solidFill>
              </a:rPr>
              <a:t>Demo: admin@swiftroute.app / courier1@swiftroute.app / merchant1@swiftroute.app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CFDDEC"/>
                </a:solidFill>
              </a:rPr>
              <a:t>Repository: see the project README.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1554480"/>
            <a:ext cx="2286000" cy="73152"/>
          </a:xfrm>
          <a:prstGeom prst="rect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