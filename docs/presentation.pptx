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SwiftRoute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AI-Assisted Last-Mile Logistics &amp; Parcel Delivery Platform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A full-stack system inspired by Bosta &amp; DHL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Merchants ship → AI optimises routes → couriers deliver → customers track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Every automated decision explains its reasoning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937760" y="1554480"/>
            <a:ext cx="2286000" cy="73152"/>
          </a:xfrm>
          <a:prstGeom prst="rect">
            <a:avLst/>
          </a:prstGeom>
          <a:solidFill>
            <a:srgbClr val="EE6C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Last-mile delivery is the most expensive, least-optimised leg of the supply chain.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Cairo: dense congestion, landmark-based addresses, cash-on-delivery everywhere.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Small merchants coordinate couriers manually by phone — no routing, no ETAs, no proof.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The OR/ML techniques that could fix this are locked in proprietary black boxes.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What We Built (at a glance)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Multi-role platform — Admin, Courier, Merchant portals + public no-login tracking.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AI route optimiser — k-means clustering + 6 TSP techniques, benchmarked.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Explainable ML suite — 5 slices: ETA, forecasting, neural router, personas, NLP + assistant.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Trust layer — SHA-256 hash-chained custody + GIS proof of delivery.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Street-following routes — real OSRM geometry, simulated traffic, road closures.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74 automated tests; deployable one-click on a free tier.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The Big-Picture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Merchant drops a pin on the map → shipment created.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Parcel lands at its hub (at_warehouse).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AI optimiser: k-means clusters → TSP sequence → OSRM street geometry + ETA.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Courier delivers with photo + GPS → hash-chain custody + GIS proof.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Customer follows a live public tracking timeline.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The optimiser and every model expose their reasoning throughout.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Flask application factory + blueprints (main, auth, admin, courier, merchant, tracking, api).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SQLAlchemy ORM — SQLite zero-config by default, PostgreSQL via one DATABASE_URL.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routing/ = optimizer + street_router; ml/ = predictive layer; audit.py = custody + GIS.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Front-end: Jinja2 + Bootstrap 5 + Leaflet maps + Chart.js dashboards.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Security: PBKDF2 hashing, CSRF on every form, role_required decorator, open-redirect guard.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The Optimisation Engine — 4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Vehicle routing is NP-hard — we decompose it into tractable sub-problems.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1) Assign — each parcel belongs to its hub.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2) Cluster — k-means gives each courier a zone; capacity-aware (Bike 3 / Moto 5 / Car 10 / Van 15).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3) Sequence — solve the TSP order with a selectable technique.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4) Geometry + ETA — OSRM real-street paths, cached, straight-line fallback.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Six TSP Techniques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FIFO — as received: the baseline to beat.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Nearest Neighbour — fast greedy heuristic.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2-opt — un-cross edges; the default (best quality/speed balance).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Or-opt — adds segment relocation; highest quality.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Christofides (NetworkX) — proven 1.5×-optimal guarantee for metric TSP.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Simulated Annealing (NetworkX) — metaheuristic escaping local optima.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⭐ WOW: Benchmarked, Not Asserted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</a:rPr>
              <a:t>▸  </a:t>
            </a:r>
            <a:r>
              <a:rPr sz="1600">
                <a:solidFill>
                  <a:srgbClr val="1F2933"/>
                </a:solidFill>
              </a:rPr>
              <a:t>Reproducible harness; brute-force exact optimum for size ≤ 8.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</a:rPr>
              <a:t>▸  </a:t>
            </a:r>
            <a:r>
              <a:rPr sz="1600">
                <a:solidFill>
                  <a:srgbClr val="1F2933"/>
                </a:solidFill>
              </a:rPr>
              <a:t>Optimised routes cut total distance ~60–62% vs naive FIFO.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</a:rPr>
              <a:t>▸  </a:t>
            </a:r>
            <a:r>
              <a:rPr sz="1600">
                <a:solidFill>
                  <a:srgbClr val="1F2933"/>
                </a:solidFill>
              </a:rPr>
              <a:t>Or-opt lands ~0.1% from the exact optimum — in milliseconds; 2-opt &amp; SA &lt; 1%.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</a:rPr>
              <a:t>▸  </a:t>
            </a:r>
            <a:r>
              <a:rPr sz="1600">
                <a:solidFill>
                  <a:srgbClr val="1F2933"/>
                </a:solidFill>
              </a:rPr>
              <a:t>Design defended by data, not opinion.</a:t>
            </a:r>
          </a:p>
        </p:txBody>
      </p:sp>
      <p:pic>
        <p:nvPicPr>
          <p:cNvPr id="4" name="Picture 3" descr="improvement_by_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563" y="2651760"/>
            <a:ext cx="682752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⭐ WOW: Optimality &amp; Speed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</a:rPr>
              <a:t>▸  </a:t>
            </a:r>
            <a:r>
              <a:rPr sz="1600">
                <a:solidFill>
                  <a:srgbClr val="1F2933"/>
                </a:solidFill>
              </a:rPr>
              <a:t>On solvable instances 2-opt &amp; SA stay &lt; 1% above optimal; Christofides ~9% but guaranteed.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</a:rPr>
              <a:t>▸  </a:t>
            </a:r>
            <a:r>
              <a:rPr sz="1600">
                <a:solidFill>
                  <a:srgbClr val="1F2933"/>
                </a:solidFill>
              </a:rPr>
              <a:t>2-opt gives the best quality/speed balance; runtimes scale gently.</a:t>
            </a:r>
          </a:p>
        </p:txBody>
      </p:sp>
      <p:pic>
        <p:nvPicPr>
          <p:cNvPr id="4" name="Picture 3" descr="runtime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563" y="2651760"/>
            <a:ext cx="682752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⭐ WOW: Live Traffic &amp; Road Closures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Routes coloured green → amber → orange → red by congestion.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Deterministic time-of-day + day-of-week model (rush-hour curve, Friday lightest for Cairo).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Honest engineering: no fake live feed — clearly labelled simulated in the UI.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Closures are first-class: the optimiser re-routes around them; un-avoidable legs flagged dashed red.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Smart split: store expensive geometry, compute cheap traffic fresh at render time.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⭐ WOW: Dispatch-Time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“Is Friday morning faster than Tuesday 6pm?” — now answerable.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traffic_factor_at() scales each leg's ETA by the traffic when the courier actually reaches it.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compare_strategies() ranks techniques by makespan (when the last parcel lands), then distance.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Preview is pure estimation — instant, offline, no DB writes; only dispatch persists.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The ML Suite — 5 Slices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All pure numpy / scikit-learn — no torch, no GPU, trains in seconds; deploys on a free tier.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1) ETA + forecasting  2) feedback + audit + GIS  3) NLP notes + assistant.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4) learning-to-route neural policy  5) courier-behaviour personas.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Trained on a seeded, reproducible synthetic history (~5.8k deliveries / 180 days).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Guiding principle: every model explains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Slice 1 — ETA &amp; Demand Forecasting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Gradient-boosted trees: drop-off ETA (MAE ~2.7 min, R² ~0.94), pickup ETA (MAE ~1.3 min).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Late-risk classifier: AUC ~0.82 (5-fold CV, 72% better than mean baseline).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SeasonalTrendForecaster: trend + weekly seasonality + 95% band, MAPE ~14%.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TreeContributionExplainer gives exact additive ‘why’ per prediction — no black box.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Slice 2 — Trust &amp;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Chain of custody: every handoff SHA-256 hash-linked to the previous — tamper-evident.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verify_chain() recomputes and detects tampering.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GIS proof: haversine geofence confirms delivery within radius of the destination.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Feedback/drift monitor: predicted-vs-actual log, weekly drift flags, calibration + Brier score.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Slice 3 — NLP Notes +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Hybrid analyser: lexicon/regex + TF-IDF one-vs-rest logistic regression (10-tag taxonomy).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Generalises to unseen phrasing (“the vase can shatter” → fragile), with exact token reasoning.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Extracts time windows (“between 6 and 9 pm” → 18:00–21:00) and target floor.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Assistant: DB retrieval always works + optional local LLM that only phrases the facts.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Slice 4 — Learning-to-Route (Neural)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Pure-numpy pointer-network policy; linear-softmax attention over unvisited stops (7 features).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Trained with REINFORCE + a greedy-rollout baseline (self-critical / Kool-style).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Key insight: greedy collapses to nearest-neighbour — the win is best-of-N sampled rollouts.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Result: ~5% shorter than NN, ~1.5–2% gap to 2-opt; per-step feature reasoning.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Slice 5 — Courier-Behaviour Personas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Simulated GPS traces → stop detection (idle / delivery / break by dwell time).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7 engineered features → k-means into 4 personas: Efficient / Steady / Idle-prone / At-risk.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Validated: silhouette 0.36, ARI 0.99 vs ground-truth archetypes.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z-score reasoning + productivity score — fleet insight with no new hardware.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Hardest Difficulties We 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Behaviour bug: dwell measured from arrival ping, not within-run span — fixed all-idle misclassification.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Hash chain vs SQLite: timestamps must be naive UTC or the chain won't re-verify after round-trip.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Explainer precision: walk trees in float32 to match sklearn's leaf selection exactly.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Config trap: a global ~/.env DATABASE_URL hijacked the app → made config project-local.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Deploy bug: AUTO_INIT_DB=true parsed as false → no tables → 500 on login.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Key Engineering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Explainability first — every model returns signed, human-readable reasoning.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Deploy-anywhere — light deps only; every heavy library/network call has a fallback.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Additive schema — new features = new tables or simulation; create_all upgrades old DBs cleanly.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Reproducible — everything seeded (seed=42).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Key-less philosophy (OSRM + Nominatim); map-pin addressing beats landmark geocoding.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Quality &amp;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74 automated tests — lifecycle, optimiser, ML, audit, NLP, router, behaviour.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Tests run offline (ROUTING_PROVIDER=straight).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Models validated against baselines with cross-validation — honest, not lucky-split.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Reproducible benchmark harness with exact-optimum ground truth.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Impact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Impact: an open, explainable alternative to proprietary logistics black boxes on minimal infra.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Real operational data + a live traffic feed.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Hard time windows (VRPTW) + multi-day tours; live mid-trip re-routing from real GPS.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Full attention/transformer router on capable hardware; mobile app + OTP-verified handoffs.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Thank You / Demo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Try it: Merchant creates a shipment → Admin optimises → Courier delivers → track publicly.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Demo: admin@swiftroute.app / courier1@swiftroute.app / merchant1@swiftroute.app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Questions &amp; discussion.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4937760" y="1554480"/>
            <a:ext cx="2286000" cy="73152"/>
          </a:xfrm>
          <a:prstGeom prst="rect">
            <a:avLst/>
          </a:prstGeom>
          <a:solidFill>
            <a:srgbClr val="EE6C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